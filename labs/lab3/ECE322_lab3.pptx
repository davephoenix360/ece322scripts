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86" r:id="rId2"/>
    <p:sldId id="305" r:id="rId3"/>
    <p:sldId id="332" r:id="rId4"/>
    <p:sldId id="310" r:id="rId5"/>
    <p:sldId id="311" r:id="rId6"/>
    <p:sldId id="318" r:id="rId7"/>
    <p:sldId id="312" r:id="rId8"/>
    <p:sldId id="320" r:id="rId9"/>
    <p:sldId id="319" r:id="rId10"/>
    <p:sldId id="321" r:id="rId11"/>
    <p:sldId id="313" r:id="rId12"/>
    <p:sldId id="315" r:id="rId13"/>
    <p:sldId id="327" r:id="rId14"/>
    <p:sldId id="322" r:id="rId15"/>
    <p:sldId id="323" r:id="rId16"/>
    <p:sldId id="324" r:id="rId17"/>
    <p:sldId id="325" r:id="rId18"/>
    <p:sldId id="326" r:id="rId19"/>
    <p:sldId id="328" r:id="rId20"/>
    <p:sldId id="329" r:id="rId21"/>
    <p:sldId id="330" r:id="rId22"/>
    <p:sldId id="33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D38"/>
    <a:srgbClr val="F2CD00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3"/>
    <p:restoredTop sz="96260"/>
  </p:normalViewPr>
  <p:slideViewPr>
    <p:cSldViewPr snapToGrid="0" snapToObjects="1">
      <p:cViewPr varScale="1">
        <p:scale>
          <a:sx n="110" d="100"/>
          <a:sy n="110" d="100"/>
        </p:scale>
        <p:origin x="126" y="4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DA4FB-FF3E-B74F-8D8A-02FBFF69173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BEA57-B478-A244-8045-469284E4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F52686-6430-0B44-84C4-7041661DE13C}"/>
              </a:ext>
            </a:extLst>
          </p:cNvPr>
          <p:cNvSpPr/>
          <p:nvPr userDrawn="1"/>
        </p:nvSpPr>
        <p:spPr>
          <a:xfrm>
            <a:off x="6087376" y="0"/>
            <a:ext cx="6104623" cy="68580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89EAE0D-5D30-814F-B7A6-7C8BD2DE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29" y="2566609"/>
            <a:ext cx="5410279" cy="141269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825FBE8-D501-F049-BB8C-2749379953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9995" y="794695"/>
            <a:ext cx="5079387" cy="53463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62880B-DFD3-D64C-92C3-67B32FFB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12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8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9D906D3-8B7E-1149-8B20-A66E908F1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089073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94D23AA6-1750-3D47-9E0A-6A94907D6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874" y="2621371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00DFB4-9F59-7747-AA09-5658FC269E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7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DD3DC5E-BB1F-CC49-8A6A-15B7AA0596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457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E6B1A-8D98-FD42-A4CA-51E78A48F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87724"/>
            <a:ext cx="2407631" cy="652067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920B4C46-B53F-D041-9D91-C4F5B83BC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110" y="5024533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275D3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012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27D8E9-644D-9348-AE09-62079C534D98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4B75D-85A6-A440-A2A4-6BE8238D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ED9667-564A-9D42-B035-C9F464343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B782E-AFC9-E44D-BC30-747F09DD17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F5E64-4170-A048-B967-058F83A1D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2586-8877-EF4C-B528-8425113CEA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6ADF0-4FA1-534E-AE2E-0BA9A26A6007}"/>
              </a:ext>
            </a:extLst>
          </p:cNvPr>
          <p:cNvSpPr/>
          <p:nvPr userDrawn="1"/>
        </p:nvSpPr>
        <p:spPr>
          <a:xfrm>
            <a:off x="-12086" y="0"/>
            <a:ext cx="1220408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B62A6C-FCD9-F348-BC39-AC4EDF3EDF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525" y="1965324"/>
            <a:ext cx="11410883" cy="4194175"/>
          </a:xfrm>
        </p:spPr>
        <p:txBody>
          <a:bodyPr wrap="square"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B36EC-AE6D-7B4C-9149-E278D2EE2F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F6D64-6CA8-4E46-8078-EB7559BEAD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C3E2-7AE8-8347-8C47-1414C00CC4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5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81B8BA2-1F4B-E349-8B72-C54B05538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2" y="1074258"/>
            <a:ext cx="11410816" cy="70258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400"/>
              </a:spcBef>
              <a:buNone/>
              <a:defRPr sz="54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Your 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CEDB-D656-694C-BA91-65ADFC3D28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6AD3-74BC-6A46-8208-E4646CF992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DF7E4-AB1D-AB4F-9EB2-C891920D026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2D10FC0-70CD-F04F-8870-C9881614C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2340855"/>
            <a:ext cx="11410818" cy="338453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199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6EDDE9-0D4B-A044-A12C-1688B006ED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17;p4">
            <a:extLst>
              <a:ext uri="{FF2B5EF4-FFF2-40B4-BE49-F238E27FC236}">
                <a16:creationId xmlns:a16="http://schemas.microsoft.com/office/drawing/2014/main" id="{9E787EB5-1C41-A34E-8CF2-43A8EB8350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EB020-6420-494B-95DB-E9AD8CE0C60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E9E22-20D4-F140-900D-D0C4110480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52ABC-BFE4-4D47-9151-B99D1850F3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20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4BE29-637A-8249-853A-17D0176371B3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;p4">
            <a:extLst>
              <a:ext uri="{FF2B5EF4-FFF2-40B4-BE49-F238E27FC236}">
                <a16:creationId xmlns:a16="http://schemas.microsoft.com/office/drawing/2014/main" id="{7745FA55-A17E-1442-B82C-EB919EC712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5C67B29-3361-7044-B10F-1D2880365E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60203-9422-4A4A-83AE-9349F36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31723-859E-6A40-B89A-CAD5E47EDE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3134F-C888-DF45-9DC4-837B891207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4BE0-5C54-8543-A526-3B18831952A1}"/>
              </a:ext>
            </a:extLst>
          </p:cNvPr>
          <p:cNvSpPr/>
          <p:nvPr userDrawn="1"/>
        </p:nvSpPr>
        <p:spPr>
          <a:xfrm>
            <a:off x="6096000" y="0"/>
            <a:ext cx="61046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CA2EC1B-7F3B-E243-B93A-718697521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A4C0F9C-1D5F-D14A-89EC-85CD141784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5960" y="1579417"/>
            <a:ext cx="4178176" cy="3875810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 sz="3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Your Text Goes Here</a:t>
            </a:r>
          </a:p>
          <a:p>
            <a:pPr lvl="0"/>
            <a:r>
              <a:rPr lang="en-US" dirty="0"/>
              <a:t>Your Text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15F37-35F6-DA4E-9480-0E302143DA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362A8-AC39-A24B-A550-5B87DC5173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9496-36B1-9A4E-9804-213B9A36F7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2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53EC0B4-9DD0-3E42-8433-7FF2BCEBE109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/>
          <a:p>
            <a:r>
              <a:rPr lang="en-US" dirty="0"/>
              <a:t>Click icon to insert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9F9ECB-E455-B648-BC28-63F9169F62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198B815-91E0-F54F-8DBF-E1E115486F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77A3A9-C12D-DA40-8219-2377C49874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0096DC-00BB-7144-8688-CF3D555BA4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D5752F-93E8-5640-B649-2F69D4E4B4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</p:spTree>
    <p:extLst>
      <p:ext uri="{BB962C8B-B14F-4D97-AF65-F5344CB8AC3E}">
        <p14:creationId xmlns:p14="http://schemas.microsoft.com/office/powerpoint/2010/main" val="150778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DBDA81E4-D819-194B-A845-51E77961E251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insert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6B907DA-D648-3848-B281-CF9A84B4C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333AAA-2953-3E42-89E5-E6D6786DA5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6E9AE-1B93-944F-94E9-92B7D2B39F3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558C-3CFE-9F45-8C8F-90D0362E71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AD6E-366B-1E4E-B7F4-DD7B00DDA4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1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962DB7E-0883-7945-8AA8-880B377F4D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1120" y="1608138"/>
            <a:ext cx="3557298" cy="33276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30FD155-F064-E242-90C2-6F80336985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7875" y="1608138"/>
            <a:ext cx="5322888" cy="416877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D51F88-AA70-F347-9489-C2435C814DE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F34C8B-A24B-834E-97B0-23FD1B54B1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AD62E2-152C-CC4F-89F0-606EC63B9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7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599170"/>
            <a:ext cx="11516592" cy="1325563"/>
          </a:xfrm>
        </p:spPr>
        <p:txBody>
          <a:bodyPr>
            <a:noAutofit/>
          </a:bodyPr>
          <a:lstStyle>
            <a:lvl1pPr>
              <a:defRPr sz="89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903685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630343"/>
            <a:ext cx="9137073" cy="1325563"/>
          </a:xfrm>
        </p:spPr>
        <p:txBody>
          <a:bodyPr>
            <a:noAutofit/>
          </a:bodyPr>
          <a:lstStyle>
            <a:lvl1pPr>
              <a:defRPr sz="72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48072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A413-3734-3C4C-B113-2BB989517A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06804"/>
            <a:ext cx="2407631" cy="6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555AB-A659-BD40-978B-F47AA54B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91" y="365125"/>
            <a:ext cx="11410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CE43-AFF8-8A43-98D1-00F3E9F4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91" y="1825625"/>
            <a:ext cx="114134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1EAD-ACA1-FE47-A8A5-C7966E097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05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535BD11-B08F-2E4E-8A2A-C0A6527C5A21}" type="datetime1">
              <a:rPr lang="en-CA" smtClean="0"/>
              <a:t>2025-10-21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E2DD-2D19-1640-A6B3-94C55C6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35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D2B5-C3DE-A045-A1E5-C92623BB7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8009" y="6356350"/>
            <a:ext cx="297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6" r:id="rId4"/>
    <p:sldLayoutId id="2147483657" r:id="rId5"/>
    <p:sldLayoutId id="2147483663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6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97C-96FF-B44A-9822-1524585B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9" y="509209"/>
            <a:ext cx="5410279" cy="1412694"/>
          </a:xfrm>
        </p:spPr>
        <p:txBody>
          <a:bodyPr/>
          <a:lstStyle/>
          <a:p>
            <a:r>
              <a:rPr lang="en-US" sz="4000" dirty="0">
                <a:solidFill>
                  <a:srgbClr val="FFEB3B"/>
                </a:solidFill>
              </a:rPr>
              <a:t>ECE 322 White Box testing</a:t>
            </a:r>
            <a:endParaRPr lang="en-US" sz="4000" dirty="0"/>
          </a:p>
        </p:txBody>
      </p:sp>
      <p:pic>
        <p:nvPicPr>
          <p:cNvPr id="17" name="Picture 16" descr="Shape, polygon&#10;&#10;Description automatically generated">
            <a:extLst>
              <a:ext uri="{FF2B5EF4-FFF2-40B4-BE49-F238E27FC236}">
                <a16:creationId xmlns:a16="http://schemas.microsoft.com/office/drawing/2014/main" id="{558997A6-92B6-FE40-B4A7-0D227FF6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987" y="1152056"/>
            <a:ext cx="4460026" cy="468443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F7BA19B-14E9-23A9-4DE3-C670C805D058}"/>
              </a:ext>
            </a:extLst>
          </p:cNvPr>
          <p:cNvSpPr txBox="1">
            <a:spLocks/>
          </p:cNvSpPr>
          <p:nvPr/>
        </p:nvSpPr>
        <p:spPr>
          <a:xfrm>
            <a:off x="408629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Author: Avik Mandal</a:t>
            </a:r>
          </a:p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Modified by: Yuan Feng</a:t>
            </a:r>
          </a:p>
        </p:txBody>
      </p:sp>
    </p:spTree>
    <p:extLst>
      <p:ext uri="{BB962C8B-B14F-4D97-AF65-F5344CB8AC3E}">
        <p14:creationId xmlns:p14="http://schemas.microsoft.com/office/powerpoint/2010/main" val="24798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F146-09BD-9A4C-AF70-6F99A92E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2116-578D-3947-8E60-D9AF5D6E5A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Pairwise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Unit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Control flow graph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Mock Object Library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A5355-0E3F-D942-B635-91942D1AE5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9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C521-C4D2-E2F9-F869-C795A0A7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F8C4-CCA7-63E4-AE73-B6E9402CE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Academic Accommodation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8B3A-872C-3F82-E4FE-59E42764E8B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Lectures may be audio recorded for the purpose of a student’s individual study as part of an approved academic accommodation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02ECD-384A-B0E8-9BD2-C168AAFC8FE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30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33EA-8A21-B11F-3E58-1FE4188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330D-C982-A112-E6D3-2694F1CF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B988-F118-0D5E-EA79-E8F2FA1C37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9F8FE-C95F-4E12-F5C5-0B63D13E08A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94BF64-E504-D3C5-E675-C664B8D3235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Definition: White Box Testing is a software testing technique in which the internal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structure, design, and implementation of the software are known to the Tester.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Objective: The primary goal is to verify that the internal operations of the software work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as expected according to the design and implementation.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Key Techniques:</a:t>
            </a:r>
          </a:p>
          <a:p>
            <a:pPr marL="342900" indent="-342900">
              <a:buAutoNum type="arabicPeriod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Control flow testing</a:t>
            </a:r>
          </a:p>
          <a:p>
            <a:pPr marL="342900" indent="-342900">
              <a:buAutoNum type="arabicPeriod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Data flow testing</a:t>
            </a:r>
          </a:p>
          <a:p>
            <a:pPr marL="342900" indent="-342900">
              <a:buAutoNum type="arabicPeriod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Branch testing</a:t>
            </a:r>
          </a:p>
          <a:p>
            <a:pPr marL="342900" indent="-342900">
              <a:buAutoNum type="arabicPeriod"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Pairwise Testing</a:t>
            </a:r>
          </a:p>
        </p:txBody>
      </p:sp>
    </p:spTree>
    <p:extLst>
      <p:ext uri="{BB962C8B-B14F-4D97-AF65-F5344CB8AC3E}">
        <p14:creationId xmlns:p14="http://schemas.microsoft.com/office/powerpoint/2010/main" val="302903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28BB-CD94-C4D6-048C-384EC324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173C-EC31-D88B-DC0C-5F2271F6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Pairwise Testing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CF3F7-D51B-1D80-BC1D-9609B61A5679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00F03E-7315-A7C5-995D-6C2C4110CAA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0F4475-1D5A-CFB5-694F-2404ADAFF3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B087DF-0D35-0659-2723-BB004475C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1" y="1840549"/>
            <a:ext cx="10945753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3C9E5-9EDD-EA7A-78E3-E9D42FED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23A7-0F9D-D1DF-EE97-B05F5F6C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Pairwise Testing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D2773-80AB-9F07-DBCB-68854788BD07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44E07D-2B32-5E5B-6F8C-E9C82029FEE8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32983A-0284-49D9-0009-7601977232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B0E06-46FD-88AA-31E0-BDD4E4624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1" y="1482601"/>
            <a:ext cx="10698068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8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FC27A-E91E-4248-7E44-2195F935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74E1-E728-A268-4115-7EE64263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Orthogonal Array Test Strategy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8887A-8F49-6CC3-9BB0-1C59A95388A3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8F32AF-B32E-66C8-8174-730A245C9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1" y="1902822"/>
            <a:ext cx="1077427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91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1C45E-3E14-9C1A-549B-35E0D670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EEA1B-FB70-26B0-E616-3C9EB8E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Orthogonal Array Test Strategy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B4446-FBA8-65CF-0E18-E1D0A88FC87E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ED65B-ED9B-40CD-FBB8-A9944869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20" y="1690688"/>
            <a:ext cx="10698068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CF51-3FDA-665E-C48D-D5047D37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2DCC-19FC-E8D0-118C-EF865ECF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Orthogonal Array Test Strategy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BBB20-07D2-5D72-7458-0F5434B76DA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83A6B-B45F-55B5-0D2A-CA99617E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33" y="1570811"/>
            <a:ext cx="10936226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6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BE5E-4D4A-574B-CED3-A11481B5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1BFE-34AF-16E9-A1A1-A533869E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Orthogonal Array Test Strategy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5C9DC-A7A7-3C3D-E980-D39F6926F848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6C61D8-7008-8CDD-8041-B4287517C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1" y="2118574"/>
            <a:ext cx="10983858" cy="376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9D1D1B-F41A-58E2-2FA5-8F05C0DD3507}"/>
              </a:ext>
            </a:extLst>
          </p:cNvPr>
          <p:cNvSpPr txBox="1"/>
          <p:nvPr/>
        </p:nvSpPr>
        <p:spPr>
          <a:xfrm>
            <a:off x="548640" y="169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How to construct an orthogonal array:</a:t>
            </a:r>
          </a:p>
        </p:txBody>
      </p:sp>
    </p:spTree>
    <p:extLst>
      <p:ext uri="{BB962C8B-B14F-4D97-AF65-F5344CB8AC3E}">
        <p14:creationId xmlns:p14="http://schemas.microsoft.com/office/powerpoint/2010/main" val="367714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8A11-610A-2A37-B356-604DC7DF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0FF9-6452-3F75-958F-206A222159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49D03-BD4B-57A4-7816-6E28BAA96B93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DBF2EE-41B8-9889-A7DC-95B3D84E1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4" y="297767"/>
            <a:ext cx="10840963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49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4342-3B5C-A5AB-C16B-F9ED9C24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5EFAD-27A7-9F26-611D-D3C890887C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926A0-8009-A071-359F-A80E18780AFE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B28C8F-7C75-9329-59C5-305A71C8C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77" y="438492"/>
            <a:ext cx="1086954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0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187F-71EA-D07A-9C21-4BF5CD10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BD13-1A31-B39C-490E-0201968C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Unit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7594-7C40-2D8E-2058-D38D05D8F64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1A7B3-093F-0B0A-3D24-8BDE77B9621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640CDA-8FAA-82DB-04D2-E8AACAA0B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3" y="1690688"/>
            <a:ext cx="10879068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2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6832-8982-E82C-0214-81D10C5B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5A365-F560-30AB-2780-2060C039A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EFBF8-2AEE-3259-0E9A-A38CBF38EC7A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BC454-3376-8E76-C967-9F1A5A86C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9" y="271640"/>
            <a:ext cx="11050542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9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D310-518C-7956-E1DD-1967954C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00F1-08E8-711D-93DB-74E893CE9AA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AF59C-B83F-52A5-DE0A-3C49E5BDD75E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D4E4E-6C36-FE0A-6A66-F32F2A27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42" y="271640"/>
            <a:ext cx="10974332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87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1087-6A62-253A-59AA-7F0B0968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F43C-4D3C-A557-2A78-F2D901FC7F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A8BA8-8458-C87E-F24C-BC52AD8042C8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9B0B4-DB2D-AA02-49C7-6B4E24F84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50" y="391391"/>
            <a:ext cx="10907647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0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A04B-30C5-73EE-14F5-C52424A3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1059-9253-1BBD-56A5-F9CBE29B63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89009-57BD-02E1-B7AD-9B0F1A31F23F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BA61A-1205-A2CD-E1CA-BBE7A76BC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40" y="345782"/>
            <a:ext cx="10774279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5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3A53-9B99-A0FB-8B7E-EA4414BD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6DBE-D5E3-11AB-0E07-D236AADCA1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7CB08-1621-1223-B69D-899FCDDDA8EF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28CA1-894C-3919-FD1E-E5CAE64C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73" y="448216"/>
            <a:ext cx="1101243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46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0A28-6806-F031-5C14-C9948EDD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FD81E-7B1D-39D4-66D8-B2383E0AC1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CE1AD-0B22-2643-73E6-B09D57CAB645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C7133-27DC-419A-514C-FAA4FC50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58" y="490127"/>
            <a:ext cx="10831437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09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9164-D053-CE36-4DC8-E52680BC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5E45-7299-FCDC-FB18-89BFD5368E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66EBF-BE72-4F91-1B1A-63E55D2DE07C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6F820-41F7-4875-AC47-C1163B740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80" y="368060"/>
            <a:ext cx="11098174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08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53FEB-578B-DFA7-8C96-83076EF1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7840-884C-5449-513E-9CD24DEAC0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B29ED-00EF-D2C0-30B9-03EC2C6D0A4D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101FF-3A66-7B77-4224-4F80573E3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389424"/>
            <a:ext cx="10107436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92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3A5B4-709F-07F0-E81E-64416B48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C018-8689-3E32-638D-AF74E892D3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03B40-56B2-BC20-DD71-2F14EFE2F10E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331FB-3431-063B-15B0-5C5182F6F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89" y="425938"/>
            <a:ext cx="10879068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03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237852-1560-7A1C-A03F-5CD74193A98A}"/>
              </a:ext>
            </a:extLst>
          </p:cNvPr>
          <p:cNvSpPr txBox="1">
            <a:spLocks/>
          </p:cNvSpPr>
          <p:nvPr/>
        </p:nvSpPr>
        <p:spPr>
          <a:xfrm>
            <a:off x="4210163" y="2549676"/>
            <a:ext cx="5410279" cy="14126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6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sz="4800" dirty="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92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 Palette">
      <a:dk1>
        <a:srgbClr val="000000"/>
      </a:dk1>
      <a:lt1>
        <a:srgbClr val="FFFFFF"/>
      </a:lt1>
      <a:dk2>
        <a:srgbClr val="275D37"/>
      </a:dk2>
      <a:lt2>
        <a:srgbClr val="F1CC00"/>
      </a:lt2>
      <a:accent1>
        <a:srgbClr val="F68D2E"/>
      </a:accent1>
      <a:accent2>
        <a:srgbClr val="E56954"/>
      </a:accent2>
      <a:accent3>
        <a:srgbClr val="C86BA8"/>
      </a:accent3>
      <a:accent4>
        <a:srgbClr val="007933"/>
      </a:accent4>
      <a:accent5>
        <a:srgbClr val="6CC249"/>
      </a:accent5>
      <a:accent6>
        <a:srgbClr val="6BBBAE"/>
      </a:accent6>
      <a:hlink>
        <a:srgbClr val="7BA3DB"/>
      </a:hlink>
      <a:folHlink>
        <a:srgbClr val="FFB6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440</Words>
  <Application>Microsoft Office PowerPoint</Application>
  <PresentationFormat>Widescreen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Roboto</vt:lpstr>
      <vt:lpstr>Roboto Light</vt:lpstr>
      <vt:lpstr>Office Theme</vt:lpstr>
      <vt:lpstr>ECE 322 White Box testing</vt:lpstr>
      <vt:lpstr>Outline</vt:lpstr>
      <vt:lpstr>Academic Accommodation</vt:lpstr>
      <vt:lpstr>Overview</vt:lpstr>
      <vt:lpstr>Pairwise Testing</vt:lpstr>
      <vt:lpstr>Pairwise Testing</vt:lpstr>
      <vt:lpstr>Orthogonal Array Test Strategy</vt:lpstr>
      <vt:lpstr>Orthogonal Array Test Strategy</vt:lpstr>
      <vt:lpstr>Orthogonal Array Test Strategy</vt:lpstr>
      <vt:lpstr>Orthogonal Array Test Strategy</vt:lpstr>
      <vt:lpstr>PowerPoint Presentation</vt:lpstr>
      <vt:lpstr>PowerPoint Presentation</vt:lpstr>
      <vt:lpstr>Unit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Microsoft Office User</dc:creator>
  <cp:lastModifiedBy>Yuan Feng</cp:lastModifiedBy>
  <cp:revision>122</cp:revision>
  <dcterms:created xsi:type="dcterms:W3CDTF">2021-08-27T13:13:24Z</dcterms:created>
  <dcterms:modified xsi:type="dcterms:W3CDTF">2025-10-21T16:36:13Z</dcterms:modified>
</cp:coreProperties>
</file>