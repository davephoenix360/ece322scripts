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sldIdLst>
    <p:sldId id="286" r:id="rId5"/>
    <p:sldId id="305" r:id="rId6"/>
    <p:sldId id="310" r:id="rId7"/>
    <p:sldId id="311" r:id="rId8"/>
    <p:sldId id="3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D38"/>
    <a:srgbClr val="F2CD00"/>
    <a:srgbClr val="6CC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66A9E6-B052-4086-AD81-8D4C5B1F6A3D}" v="6" dt="2025-11-18T21:42:22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3"/>
    <p:restoredTop sz="96260"/>
  </p:normalViewPr>
  <p:slideViewPr>
    <p:cSldViewPr snapToGrid="0" snapToObjects="1">
      <p:cViewPr varScale="1">
        <p:scale>
          <a:sx n="110" d="100"/>
          <a:sy n="110" d="100"/>
        </p:scale>
        <p:origin x="126" y="4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DA4FB-FF3E-B74F-8D8A-02FBFF69173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BEA57-B478-A244-8045-469284E4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F52686-6430-0B44-84C4-7041661DE13C}"/>
              </a:ext>
            </a:extLst>
          </p:cNvPr>
          <p:cNvSpPr/>
          <p:nvPr userDrawn="1"/>
        </p:nvSpPr>
        <p:spPr>
          <a:xfrm>
            <a:off x="6087376" y="0"/>
            <a:ext cx="6104623" cy="68580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89EAE0D-5D30-814F-B7A6-7C8BD2DE4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29" y="2566609"/>
            <a:ext cx="5410279" cy="141269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825FBE8-D501-F049-BB8C-2749379953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9995" y="794695"/>
            <a:ext cx="5079387" cy="534633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62880B-DFD3-D64C-92C3-67B32FFB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12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8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9D906D3-8B7E-1149-8B20-A66E908F15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089073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94D23AA6-1750-3D47-9E0A-6A94907D6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874" y="2621371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00DFB4-9F59-7747-AA09-5658FC269E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97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DD3DC5E-BB1F-CC49-8A6A-15B7AA0596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457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3E6B1A-8D98-FD42-A4CA-51E78A48F3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87724"/>
            <a:ext cx="2407631" cy="652067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920B4C46-B53F-D041-9D91-C4F5B83BC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110" y="5024533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275D3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5012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27D8E9-644D-9348-AE09-62079C534D98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4B75D-85A6-A440-A2A4-6BE8238D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ED9667-564A-9D42-B035-C9F4643433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B782E-AFC9-E44D-BC30-747F09DD17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F5E64-4170-A048-B967-058F83A1D0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2586-8877-EF4C-B528-8425113CEA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46ADF0-4FA1-534E-AE2E-0BA9A26A6007}"/>
              </a:ext>
            </a:extLst>
          </p:cNvPr>
          <p:cNvSpPr/>
          <p:nvPr userDrawn="1"/>
        </p:nvSpPr>
        <p:spPr>
          <a:xfrm>
            <a:off x="-12086" y="0"/>
            <a:ext cx="1220408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B62A6C-FCD9-F348-BC39-AC4EDF3EDF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0525" y="1965324"/>
            <a:ext cx="11410883" cy="4194175"/>
          </a:xfrm>
        </p:spPr>
        <p:txBody>
          <a:bodyPr wrap="square"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B36EC-AE6D-7B4C-9149-E278D2EE2F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F6D64-6CA8-4E46-8078-EB7559BEAD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C3E2-7AE8-8347-8C47-1414C00CC4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35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81B8BA2-1F4B-E349-8B72-C54B055380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2" y="1074258"/>
            <a:ext cx="11410816" cy="70258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400"/>
              </a:spcBef>
              <a:buNone/>
              <a:defRPr sz="54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Your 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6CEDB-D656-694C-BA91-65ADFC3D288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6AD3-74BC-6A46-8208-E4646CF992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DF7E4-AB1D-AB4F-9EB2-C891920D026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2D10FC0-70CD-F04F-8870-C9881614CD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2340855"/>
            <a:ext cx="11410818" cy="338453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199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6EDDE9-0D4B-A044-A12C-1688B006ED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17;p4">
            <a:extLst>
              <a:ext uri="{FF2B5EF4-FFF2-40B4-BE49-F238E27FC236}">
                <a16:creationId xmlns:a16="http://schemas.microsoft.com/office/drawing/2014/main" id="{9E787EB5-1C41-A34E-8CF2-43A8EB83503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EB020-6420-494B-95DB-E9AD8CE0C60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E9E22-20D4-F140-900D-D0C4110480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52ABC-BFE4-4D47-9151-B99D1850F3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20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4BE29-637A-8249-853A-17D0176371B3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7;p4">
            <a:extLst>
              <a:ext uri="{FF2B5EF4-FFF2-40B4-BE49-F238E27FC236}">
                <a16:creationId xmlns:a16="http://schemas.microsoft.com/office/drawing/2014/main" id="{7745FA55-A17E-1442-B82C-EB919EC7125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5C67B29-3361-7044-B10F-1D2880365E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60203-9422-4A4A-83AE-9349F36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31723-859E-6A40-B89A-CAD5E47EDE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3134F-C888-DF45-9DC4-837B891207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04BE0-5C54-8543-A526-3B18831952A1}"/>
              </a:ext>
            </a:extLst>
          </p:cNvPr>
          <p:cNvSpPr/>
          <p:nvPr userDrawn="1"/>
        </p:nvSpPr>
        <p:spPr>
          <a:xfrm>
            <a:off x="6096000" y="0"/>
            <a:ext cx="61046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CA2EC1B-7F3B-E243-B93A-718697521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A4C0F9C-1D5F-D14A-89EC-85CD141784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5960" y="1579417"/>
            <a:ext cx="4178176" cy="3875810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 sz="3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Your Text Goes Here</a:t>
            </a:r>
          </a:p>
          <a:p>
            <a:pPr lvl="0"/>
            <a:r>
              <a:rPr lang="en-US" dirty="0"/>
              <a:t>Your Text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15F37-35F6-DA4E-9480-0E302143DAF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362A8-AC39-A24B-A550-5B87DC5173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C9496-36B1-9A4E-9804-213B9A36F7C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2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53EC0B4-9DD0-3E42-8433-7FF2BCEBE109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/>
          <a:p>
            <a:r>
              <a:rPr lang="en-US" dirty="0"/>
              <a:t>Click icon to insert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9F9ECB-E455-B648-BC28-63F9169F62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198B815-91E0-F54F-8DBF-E1E115486F8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D77A3A9-C12D-DA40-8219-2377C49874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0096DC-00BB-7144-8688-CF3D555BA4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D5752F-93E8-5640-B649-2F69D4E4B4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</p:spTree>
    <p:extLst>
      <p:ext uri="{BB962C8B-B14F-4D97-AF65-F5344CB8AC3E}">
        <p14:creationId xmlns:p14="http://schemas.microsoft.com/office/powerpoint/2010/main" val="150778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DBDA81E4-D819-194B-A845-51E77961E251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insert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6B907DA-D648-3848-B281-CF9A84B4C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333AAA-2953-3E42-89E5-E6D6786DA5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6E9AE-1B93-944F-94E9-92B7D2B39F3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A558C-3CFE-9F45-8C8F-90D0362E71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AD6E-366B-1E4E-B7F4-DD7B00DDA4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1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962DB7E-0883-7945-8AA8-880B377F4D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1120" y="1608138"/>
            <a:ext cx="3557298" cy="33276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30FD155-F064-E242-90C2-6F80336985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7875" y="1608138"/>
            <a:ext cx="5322888" cy="416877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D51F88-AA70-F347-9489-C2435C814DE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F34C8B-A24B-834E-97B0-23FD1B54B1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AD62E2-152C-CC4F-89F0-606EC63B9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78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599170"/>
            <a:ext cx="11516592" cy="1325563"/>
          </a:xfrm>
        </p:spPr>
        <p:txBody>
          <a:bodyPr>
            <a:noAutofit/>
          </a:bodyPr>
          <a:lstStyle>
            <a:lvl1pPr>
              <a:defRPr sz="89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903685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630343"/>
            <a:ext cx="9137073" cy="1325563"/>
          </a:xfrm>
        </p:spPr>
        <p:txBody>
          <a:bodyPr>
            <a:noAutofit/>
          </a:bodyPr>
          <a:lstStyle>
            <a:lvl1pPr>
              <a:defRPr sz="72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480720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8A413-3734-3C4C-B113-2BB989517A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06804"/>
            <a:ext cx="2407631" cy="6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555AB-A659-BD40-978B-F47AA54B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91" y="365125"/>
            <a:ext cx="11410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CE43-AFF8-8A43-98D1-00F3E9F4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91" y="1825625"/>
            <a:ext cx="114134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81EAD-ACA1-FE47-A8A5-C7966E097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05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535BD11-B08F-2E4E-8A2A-C0A6527C5A21}" type="datetime1">
              <a:rPr lang="en-CA" smtClean="0"/>
              <a:t>2025-11-23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6E2DD-2D19-1640-A6B3-94C55C6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35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D2B5-C3DE-A045-A1E5-C92623BB7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8009" y="6356350"/>
            <a:ext cx="297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8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6" r:id="rId4"/>
    <p:sldLayoutId id="2147483657" r:id="rId5"/>
    <p:sldLayoutId id="2147483663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6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google.com/discover/what-is-prompt-engineering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597C-96FF-B44A-9822-1524585B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29" y="509209"/>
            <a:ext cx="5410279" cy="1412694"/>
          </a:xfrm>
        </p:spPr>
        <p:txBody>
          <a:bodyPr/>
          <a:lstStyle/>
          <a:p>
            <a:r>
              <a:rPr lang="en-US" sz="4000" dirty="0">
                <a:solidFill>
                  <a:srgbClr val="FFEB3B"/>
                </a:solidFill>
              </a:rPr>
              <a:t>ECE 322 LLMs and software TESTING</a:t>
            </a:r>
            <a:endParaRPr lang="en-US" sz="4000" dirty="0"/>
          </a:p>
        </p:txBody>
      </p:sp>
      <p:pic>
        <p:nvPicPr>
          <p:cNvPr id="17" name="Picture 16" descr="Shape, polygon&#10;&#10;Description automatically generated">
            <a:extLst>
              <a:ext uri="{FF2B5EF4-FFF2-40B4-BE49-F238E27FC236}">
                <a16:creationId xmlns:a16="http://schemas.microsoft.com/office/drawing/2014/main" id="{558997A6-92B6-FE40-B4A7-0D227FF6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987" y="1152056"/>
            <a:ext cx="4460026" cy="468443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F7BA19B-14E9-23A9-4DE3-C670C805D058}"/>
              </a:ext>
            </a:extLst>
          </p:cNvPr>
          <p:cNvSpPr txBox="1">
            <a:spLocks/>
          </p:cNvSpPr>
          <p:nvPr/>
        </p:nvSpPr>
        <p:spPr>
          <a:xfrm>
            <a:off x="408629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Author: Yuan Feng</a:t>
            </a:r>
          </a:p>
        </p:txBody>
      </p:sp>
    </p:spTree>
    <p:extLst>
      <p:ext uri="{BB962C8B-B14F-4D97-AF65-F5344CB8AC3E}">
        <p14:creationId xmlns:p14="http://schemas.microsoft.com/office/powerpoint/2010/main" val="247980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F146-09BD-9A4C-AF70-6F99A92E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2116-578D-3947-8E60-D9AF5D6E5A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LLMs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Prompt Engineering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A5355-0E3F-D942-B635-91942D1AE5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98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33EA-8A21-B11F-3E58-1FE4188E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330D-C982-A112-E6D3-2694F1CF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B988-F118-0D5E-EA79-E8F2FA1C37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9F8FE-C95F-4E12-F5C5-0B63D13E08A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94BF64-E504-D3C5-E675-C664B8D3235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8487864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Definition: Large language model is a type of neural network model. Typically, it is built based on Transformer architecture, have billions of parameters, and process language related problems.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Limitations: LLMs are not perfect, some known limitations are: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	1. Hallucination: LLMs gives you wrong information.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	2. Context window: Maximum length of the interaction.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	3. Stateless: LLMs gives output based on input, there is no memory.</a:t>
            </a:r>
          </a:p>
        </p:txBody>
      </p:sp>
    </p:spTree>
    <p:extLst>
      <p:ext uri="{BB962C8B-B14F-4D97-AF65-F5344CB8AC3E}">
        <p14:creationId xmlns:p14="http://schemas.microsoft.com/office/powerpoint/2010/main" val="302903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28BB-CD94-C4D6-048C-384EC324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173C-EC31-D88B-DC0C-5F2271F6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CF3F7-D51B-1D80-BC1D-9609B61A5679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00F03E-7315-A7C5-995D-6C2C4110CAA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4BF9B-45B6-8CD2-EAD9-B25E54F615ED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8487864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Prompt is critical to ensure the quality of your output, prompt engineering is the process of designing your prompt.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Best practices: There are some rule-of-thumbs we can follow: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	1. Rule-play can give you a preferrable tone and background information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	2. Provide context to get specialized output	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	3. Chian-of-interaction to refine the output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For detail walkthrough, we recommend you check out Google’s guide: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altLang="zh-CN" sz="1800" dirty="0">
                <a:hlinkClick r:id="rId2"/>
              </a:rPr>
              <a:t>Prompt Engineering for AI Guide | Google Cloud</a:t>
            </a: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237852-1560-7A1C-A03F-5CD74193A98A}"/>
              </a:ext>
            </a:extLst>
          </p:cNvPr>
          <p:cNvSpPr txBox="1">
            <a:spLocks/>
          </p:cNvSpPr>
          <p:nvPr/>
        </p:nvSpPr>
        <p:spPr>
          <a:xfrm>
            <a:off x="4210163" y="2549676"/>
            <a:ext cx="5410279" cy="14126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6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sz="4800" dirty="0">
                <a:solidFill>
                  <a:schemeClr val="tx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9920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 Palette">
      <a:dk1>
        <a:srgbClr val="000000"/>
      </a:dk1>
      <a:lt1>
        <a:srgbClr val="FFFFFF"/>
      </a:lt1>
      <a:dk2>
        <a:srgbClr val="275D37"/>
      </a:dk2>
      <a:lt2>
        <a:srgbClr val="F1CC00"/>
      </a:lt2>
      <a:accent1>
        <a:srgbClr val="F68D2E"/>
      </a:accent1>
      <a:accent2>
        <a:srgbClr val="E56954"/>
      </a:accent2>
      <a:accent3>
        <a:srgbClr val="C86BA8"/>
      </a:accent3>
      <a:accent4>
        <a:srgbClr val="007933"/>
      </a:accent4>
      <a:accent5>
        <a:srgbClr val="6CC249"/>
      </a:accent5>
      <a:accent6>
        <a:srgbClr val="6BBBAE"/>
      </a:accent6>
      <a:hlink>
        <a:srgbClr val="7BA3DB"/>
      </a:hlink>
      <a:folHlink>
        <a:srgbClr val="FFB6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6DD47B5437084D970AF7E1228AB4D5" ma:contentTypeVersion="6" ma:contentTypeDescription="Create a new document." ma:contentTypeScope="" ma:versionID="d89595944a1aa30d836927c3c571bf74">
  <xsd:schema xmlns:xsd="http://www.w3.org/2001/XMLSchema" xmlns:xs="http://www.w3.org/2001/XMLSchema" xmlns:p="http://schemas.microsoft.com/office/2006/metadata/properties" xmlns:ns3="afc2965d-6889-46bf-9612-d38bb9a1f512" targetNamespace="http://schemas.microsoft.com/office/2006/metadata/properties" ma:root="true" ma:fieldsID="3911d034c04e738f6f455832ea3e9d1a" ns3:_="">
    <xsd:import namespace="afc2965d-6889-46bf-9612-d38bb9a1f51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2965d-6889-46bf-9612-d38bb9a1f51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c2965d-6889-46bf-9612-d38bb9a1f512" xsi:nil="true"/>
  </documentManagement>
</p:properties>
</file>

<file path=customXml/itemProps1.xml><?xml version="1.0" encoding="utf-8"?>
<ds:datastoreItem xmlns:ds="http://schemas.openxmlformats.org/officeDocument/2006/customXml" ds:itemID="{2C1D5167-2337-4D38-BAFB-0769CCB862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9F672A-645F-4CC8-BA89-2A6A2F936A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c2965d-6889-46bf-9612-d38bb9a1f5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1D6E3B-C016-4F20-97C2-4E6AC6E571D2}">
  <ds:schemaRefs>
    <ds:schemaRef ds:uri="http://schemas.microsoft.com/office/2006/documentManagement/types"/>
    <ds:schemaRef ds:uri="http://schemas.microsoft.com/office/2006/metadata/properties"/>
    <ds:schemaRef ds:uri="afc2965d-6889-46bf-9612-d38bb9a1f512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213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Roboto</vt:lpstr>
      <vt:lpstr>Roboto Light</vt:lpstr>
      <vt:lpstr>Office Theme</vt:lpstr>
      <vt:lpstr>ECE 322 LLMs and software TESTING</vt:lpstr>
      <vt:lpstr>Outline</vt:lpstr>
      <vt:lpstr>LLMs</vt:lpstr>
      <vt:lpstr>Prompt Engineering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Microsoft Office User</dc:creator>
  <cp:lastModifiedBy>Yuan Feng</cp:lastModifiedBy>
  <cp:revision>136</cp:revision>
  <dcterms:created xsi:type="dcterms:W3CDTF">2021-08-27T13:13:24Z</dcterms:created>
  <dcterms:modified xsi:type="dcterms:W3CDTF">2025-11-23T18:01:53Z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0x0101007D6DD47B5437084D970AF7E1228AB4D5</vt:lpwstr>
  </property>
</Properties>
</file>